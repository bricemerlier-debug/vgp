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ainer-repor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777240"/>
            <a:ext cx="7406640" cy="68580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l"/>
            <a:r>
              <a:rPr sz="3900" b="1">
                <a:solidFill>
                  <a:srgbClr val="FFBD29"/>
                </a:solidFill>
                <a:latin typeface="Arial Narrow"/>
              </a:rPr>
              <a:t>Bilan mois de {{MONTH}}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0624" y="2093976"/>
          <a:ext cx="5221224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514600"/>
                <a:gridCol w="110642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Types de contenants</a:t>
                      </a:r>
                    </a:p>
                  </a:txBody>
                  <a:tcPr marL="18288" marR="18288" marT="0" marB="0" anchor="ctr">
                    <a:solidFill>
                      <a:srgbClr val="000000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Nombre d’interventions</a:t>
                      </a:r>
                    </a:p>
                  </a:txBody>
                  <a:tcPr marL="18288" marR="18288" marT="0" marB="0" anchor="ctr">
                    <a:solidFill>
                      <a:srgbClr val="000000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 anchor="ctr">
                    <a:solidFill>
                      <a:srgbClr val="000000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Pli AMIENS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{{COUNT_0}}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sz="4700" b="0">
                          <a:solidFill>
                            <a:srgbClr val="000000"/>
                          </a:solidFill>
                          <a:latin typeface="Arial"/>
                        </a:rPr>
                        <a:t>{{TOTAL}}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Cartouches PLT2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{{COUNT_1}}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Cassettes R2 - BLEU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{{COUNT_2}}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Cassettes R2 - JAUNE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{{COUNT_3}}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Cassettes R2 - VERTE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{{COUNT_4}}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Carcasses - PLAT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{{COUNT_5}}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Carcasses - BACHE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{{COUNT_6}}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GDF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{{COUNT_7}}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PC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{{COUNT_8}}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Chariots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{{COUNT_9}}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Tracteurs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{{COUNT_10}}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Divers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{{COUNT_11}}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